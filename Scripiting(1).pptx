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5" r:id="rId5"/>
    <p:sldId id="267" r:id="rId6"/>
    <p:sldId id="259" r:id="rId7"/>
    <p:sldId id="260" r:id="rId8"/>
    <p:sldId id="268" r:id="rId9"/>
    <p:sldId id="261" r:id="rId10"/>
    <p:sldId id="269" r:id="rId11"/>
    <p:sldId id="262" r:id="rId12"/>
    <p:sldId id="263" r:id="rId13"/>
    <p:sldId id="264" r:id="rId14"/>
    <p:sldId id="266"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216"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910AB0-3879-2374-355B-4E4EAF9BB98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5C127FF-65DE-60E9-A58A-F6A510D0D5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BA343D7-03A1-CA5F-A7C4-3D6A641AE611}"/>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5" name="頁尾版面配置區 4">
            <a:extLst>
              <a:ext uri="{FF2B5EF4-FFF2-40B4-BE49-F238E27FC236}">
                <a16:creationId xmlns:a16="http://schemas.microsoft.com/office/drawing/2014/main" id="{C239B7D8-7352-1CDA-6289-0CC8194EFF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B8390E8-90CB-81F8-E375-698574F39F97}"/>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753119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28E696-448A-0227-CECF-32729D0C9CB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2FDB68-EEF5-34AD-F2BD-8315CD25C02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80373C1-2958-78DF-FBC1-30B816190988}"/>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5" name="頁尾版面配置區 4">
            <a:extLst>
              <a:ext uri="{FF2B5EF4-FFF2-40B4-BE49-F238E27FC236}">
                <a16:creationId xmlns:a16="http://schemas.microsoft.com/office/drawing/2014/main" id="{42996CD9-4977-FD51-A3C8-7AC2D1A13AF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D85A20-7791-A4B5-8BBE-A1AB13809DC5}"/>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3564030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AE40B5-59EB-E14C-541D-E3FF421FEB1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10F570C-C2EC-6BC5-F206-4DAFD73AF3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61F7667-41D7-28C5-8407-511D83379078}"/>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5" name="頁尾版面配置區 4">
            <a:extLst>
              <a:ext uri="{FF2B5EF4-FFF2-40B4-BE49-F238E27FC236}">
                <a16:creationId xmlns:a16="http://schemas.microsoft.com/office/drawing/2014/main" id="{A82DD915-BAA2-88EA-66BF-63DE98CCAF2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2C94EC0-016C-67D0-88B7-FD5B47CA3B41}"/>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1376423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89CC56-46D5-4872-D5A4-830902F0EBA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0122D41-4D45-7C06-83ED-73D93625C77F}"/>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08FE391-E851-D6AA-0E79-13FB973FAD59}"/>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6B52D33-2B07-F146-2C6E-C20A2E825384}"/>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6" name="頁尾版面配置區 5">
            <a:extLst>
              <a:ext uri="{FF2B5EF4-FFF2-40B4-BE49-F238E27FC236}">
                <a16:creationId xmlns:a16="http://schemas.microsoft.com/office/drawing/2014/main" id="{49E58C65-222D-555D-844B-67F2E755B3A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E685778-2A98-55E4-3A2E-FB03DEA54044}"/>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1160390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7B29EC-343B-6249-7FA6-117B5AB968B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B704CFF-EC17-BB33-F8CC-E801EAE166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614744D-0816-F4DB-4C89-9F4556B83C99}"/>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96C67AE8-691F-2DE5-7B46-A48B9CF65C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142CB973-5CEA-9B36-74B5-28C170CE459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5DC8E9E-6CD1-A6CC-5DD2-22433BCDCCB2}"/>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8" name="頁尾版面配置區 7">
            <a:extLst>
              <a:ext uri="{FF2B5EF4-FFF2-40B4-BE49-F238E27FC236}">
                <a16:creationId xmlns:a16="http://schemas.microsoft.com/office/drawing/2014/main" id="{475A727F-5FA3-1AA3-9E05-6EA14ABF36D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2723B90-CF72-5642-1DBC-72D8AA5B33E3}"/>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2296622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A4A2CF-7614-C727-D168-244E84097F56}"/>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97DD909-242F-9C13-36BC-D9BCE739EB26}"/>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4" name="頁尾版面配置區 3">
            <a:extLst>
              <a:ext uri="{FF2B5EF4-FFF2-40B4-BE49-F238E27FC236}">
                <a16:creationId xmlns:a16="http://schemas.microsoft.com/office/drawing/2014/main" id="{0E1002CB-06E3-50E0-D46A-28AFEF7D20C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ED71C2E-0652-31AE-7A7A-36718949736F}"/>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2315170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570A11B-FB7A-DD16-8674-2D01A917FD29}"/>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3" name="頁尾版面配置區 2">
            <a:extLst>
              <a:ext uri="{FF2B5EF4-FFF2-40B4-BE49-F238E27FC236}">
                <a16:creationId xmlns:a16="http://schemas.microsoft.com/office/drawing/2014/main" id="{B3755009-F9F8-A79F-DE5F-5205E48856C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B540556-DEA9-0C9E-D015-6E98C49C9377}"/>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3529091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554DF0-BBD0-AA1D-111A-18F6EA47A02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53F8F18-8E1D-EF02-C80C-01235392B1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BB3F5CB2-8CD0-1FEB-EAEA-9F588E2E71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998F36-31E1-8C64-616F-986E918C1787}"/>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6" name="頁尾版面配置區 5">
            <a:extLst>
              <a:ext uri="{FF2B5EF4-FFF2-40B4-BE49-F238E27FC236}">
                <a16:creationId xmlns:a16="http://schemas.microsoft.com/office/drawing/2014/main" id="{A4880BD4-7A54-46E3-959C-F27ED1806BB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7E2DC56-2F56-916A-1645-393FFA680942}"/>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237003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E038F0-BBD5-099E-C07D-E1A9689AA29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49F573-0624-637C-397A-AB71EBF0E1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86D69489-EE1F-6AAE-9786-F38288F1C6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58404DC-58D9-7EB7-EEF4-0CBA1FD6AE17}"/>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6" name="頁尾版面配置區 5">
            <a:extLst>
              <a:ext uri="{FF2B5EF4-FFF2-40B4-BE49-F238E27FC236}">
                <a16:creationId xmlns:a16="http://schemas.microsoft.com/office/drawing/2014/main" id="{F84F0636-D408-322F-CA9F-2634AC9915F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4B107ED-14BA-79B4-C186-346285CB12EF}"/>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3351182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77BDFD-B53B-68DB-A43F-72FD2E54010F}"/>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0BFE4FB-7EF6-4641-FCDF-43484F1BFD22}"/>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C3C4A0-8100-5B52-62EB-0A1EA223BE80}"/>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5" name="頁尾版面配置區 4">
            <a:extLst>
              <a:ext uri="{FF2B5EF4-FFF2-40B4-BE49-F238E27FC236}">
                <a16:creationId xmlns:a16="http://schemas.microsoft.com/office/drawing/2014/main" id="{28658FE8-5108-B1A8-252A-F057505F26F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7F1355-FD79-817A-C582-18E210FC5014}"/>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7418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63955152-CC12-B16A-FAE7-DB419A66E6D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E8C38D8-636B-C9BB-F897-0525B123DC0C}"/>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75DED45-45F1-01F8-9C28-9F90EB077E5F}"/>
              </a:ext>
            </a:extLst>
          </p:cNvPr>
          <p:cNvSpPr>
            <a:spLocks noGrp="1"/>
          </p:cNvSpPr>
          <p:nvPr>
            <p:ph type="dt" sz="half" idx="10"/>
          </p:nvPr>
        </p:nvSpPr>
        <p:spPr/>
        <p:txBody>
          <a:bodyPr/>
          <a:lstStyle/>
          <a:p>
            <a:fld id="{F2A9D1FA-DAA2-4394-AC44-F32CA3C9E593}" type="datetimeFigureOut">
              <a:rPr lang="zh-TW" altLang="en-US" smtClean="0"/>
              <a:t>2025/1/6</a:t>
            </a:fld>
            <a:endParaRPr lang="zh-TW" altLang="en-US"/>
          </a:p>
        </p:txBody>
      </p:sp>
      <p:sp>
        <p:nvSpPr>
          <p:cNvPr id="5" name="頁尾版面配置區 4">
            <a:extLst>
              <a:ext uri="{FF2B5EF4-FFF2-40B4-BE49-F238E27FC236}">
                <a16:creationId xmlns:a16="http://schemas.microsoft.com/office/drawing/2014/main" id="{FBF8214D-D517-E92A-3948-1AB85E0F833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F377216-663F-00B5-C675-D99B8B5F755A}"/>
              </a:ext>
            </a:extLst>
          </p:cNvPr>
          <p:cNvSpPr>
            <a:spLocks noGrp="1"/>
          </p:cNvSpPr>
          <p:nvPr>
            <p:ph type="sldNum" sz="quarter" idx="12"/>
          </p:nvPr>
        </p:nvSpPr>
        <p:spPr/>
        <p:txBody>
          <a:body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948387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A5C71E4-E705-B78D-B6D6-E5B6DA3E86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BC22ADA-70FA-1E83-6892-EA56F747F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A53623F-94BB-2DB4-1FE4-07A8F8A6BF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A9D1FA-DAA2-4394-AC44-F32CA3C9E593}" type="datetimeFigureOut">
              <a:rPr lang="zh-TW" altLang="en-US" smtClean="0"/>
              <a:t>2025/1/6</a:t>
            </a:fld>
            <a:endParaRPr lang="zh-TW" altLang="en-US"/>
          </a:p>
        </p:txBody>
      </p:sp>
      <p:sp>
        <p:nvSpPr>
          <p:cNvPr id="5" name="頁尾版面配置區 4">
            <a:extLst>
              <a:ext uri="{FF2B5EF4-FFF2-40B4-BE49-F238E27FC236}">
                <a16:creationId xmlns:a16="http://schemas.microsoft.com/office/drawing/2014/main" id="{55545858-4001-28CF-7962-103DB17DA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36981229-1E95-8F89-363E-4F989F00DC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6F5A27-9045-43E5-B15D-461C5E1CEFDD}" type="slidenum">
              <a:rPr lang="zh-TW" altLang="en-US" smtClean="0"/>
              <a:t>‹#›</a:t>
            </a:fld>
            <a:endParaRPr lang="zh-TW" altLang="en-US"/>
          </a:p>
        </p:txBody>
      </p:sp>
    </p:spTree>
    <p:extLst>
      <p:ext uri="{BB962C8B-B14F-4D97-AF65-F5344CB8AC3E}">
        <p14:creationId xmlns:p14="http://schemas.microsoft.com/office/powerpoint/2010/main" val="10661288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4F9A95-2D05-DFD8-618D-B2AF212DEAEE}"/>
              </a:ext>
            </a:extLst>
          </p:cNvPr>
          <p:cNvSpPr>
            <a:spLocks noGrp="1"/>
          </p:cNvSpPr>
          <p:nvPr>
            <p:ph type="ctrTitle"/>
          </p:nvPr>
        </p:nvSpPr>
        <p:spPr/>
        <p:txBody>
          <a:bodyPr/>
          <a:lstStyle/>
          <a:p>
            <a:r>
              <a:rPr lang="en-US" altLang="zh-TW" dirty="0"/>
              <a:t>N</a:t>
            </a:r>
            <a:r>
              <a:rPr lang="zh-TW" altLang="en-US" dirty="0"/>
              <a:t>網爬蟲系統</a:t>
            </a:r>
          </a:p>
        </p:txBody>
      </p:sp>
      <p:sp>
        <p:nvSpPr>
          <p:cNvPr id="3" name="副標題 2">
            <a:extLst>
              <a:ext uri="{FF2B5EF4-FFF2-40B4-BE49-F238E27FC236}">
                <a16:creationId xmlns:a16="http://schemas.microsoft.com/office/drawing/2014/main" id="{F5913331-379B-253D-ED3E-9EFDD3F0E8A3}"/>
              </a:ext>
            </a:extLst>
          </p:cNvPr>
          <p:cNvSpPr>
            <a:spLocks noGrp="1"/>
          </p:cNvSpPr>
          <p:nvPr>
            <p:ph type="subTitle" idx="1"/>
          </p:nvPr>
        </p:nvSpPr>
        <p:spPr/>
        <p:txBody>
          <a:bodyPr/>
          <a:lstStyle/>
          <a:p>
            <a:r>
              <a:rPr lang="en-US" altLang="zh-TW" dirty="0"/>
              <a:t>3B017055</a:t>
            </a:r>
            <a:r>
              <a:rPr lang="zh-TW" altLang="en-US" dirty="0"/>
              <a:t>陳士弘</a:t>
            </a:r>
            <a:endParaRPr lang="en-US" altLang="zh-TW" dirty="0"/>
          </a:p>
          <a:p>
            <a:r>
              <a:rPr lang="en-US" altLang="zh-TW" dirty="0"/>
              <a:t>3B117005</a:t>
            </a:r>
            <a:r>
              <a:rPr lang="zh-TW" altLang="en-US" dirty="0"/>
              <a:t>林柏佑</a:t>
            </a:r>
            <a:endParaRPr lang="en-US" altLang="zh-TW" dirty="0"/>
          </a:p>
          <a:p>
            <a:r>
              <a:rPr lang="en-US" altLang="zh-TW" dirty="0"/>
              <a:t>3B117040</a:t>
            </a:r>
            <a:r>
              <a:rPr lang="zh-TW" altLang="en-US" dirty="0"/>
              <a:t>廖瑋鴻</a:t>
            </a:r>
          </a:p>
        </p:txBody>
      </p:sp>
    </p:spTree>
    <p:extLst>
      <p:ext uri="{BB962C8B-B14F-4D97-AF65-F5344CB8AC3E}">
        <p14:creationId xmlns:p14="http://schemas.microsoft.com/office/powerpoint/2010/main" val="3842366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2101DBB-A84F-BBD0-31BD-C693A16FA464}"/>
              </a:ext>
            </a:extLst>
          </p:cNvPr>
          <p:cNvSpPr>
            <a:spLocks noGrp="1"/>
          </p:cNvSpPr>
          <p:nvPr>
            <p:ph type="ctrTitle"/>
          </p:nvPr>
        </p:nvSpPr>
        <p:spPr>
          <a:xfrm>
            <a:off x="-1270451" y="375698"/>
            <a:ext cx="6926215" cy="805544"/>
          </a:xfrm>
        </p:spPr>
        <p:txBody>
          <a:bodyPr>
            <a:normAutofit fontScale="90000"/>
          </a:bodyPr>
          <a:lstStyle/>
          <a:p>
            <a:r>
              <a:rPr lang="zh-TW" altLang="en-US" dirty="0"/>
              <a:t>動機</a:t>
            </a:r>
          </a:p>
        </p:txBody>
      </p:sp>
      <p:sp>
        <p:nvSpPr>
          <p:cNvPr id="5" name="副標題 4">
            <a:extLst>
              <a:ext uri="{FF2B5EF4-FFF2-40B4-BE49-F238E27FC236}">
                <a16:creationId xmlns:a16="http://schemas.microsoft.com/office/drawing/2014/main" id="{3159AF36-4282-46B1-DD92-344100D47610}"/>
              </a:ext>
            </a:extLst>
          </p:cNvPr>
          <p:cNvSpPr>
            <a:spLocks noGrp="1"/>
          </p:cNvSpPr>
          <p:nvPr>
            <p:ph type="subTitle" idx="1"/>
          </p:nvPr>
        </p:nvSpPr>
        <p:spPr>
          <a:xfrm>
            <a:off x="684211" y="1578429"/>
            <a:ext cx="8862559" cy="4212772"/>
          </a:xfrm>
        </p:spPr>
        <p:txBody>
          <a:bodyPr/>
          <a:lstStyle/>
          <a:p>
            <a:pPr algn="l"/>
            <a:r>
              <a:rPr lang="zh-TW" altLang="en-US" dirty="0"/>
              <a:t>在這資訊爆炸的時代在網上可以獲取不少資訊，但我們也常常看到感興趣的內容很難保存的情況，而</a:t>
            </a:r>
            <a:r>
              <a:rPr lang="en-US" altLang="zh-TW" dirty="0"/>
              <a:t>N</a:t>
            </a:r>
            <a:r>
              <a:rPr lang="zh-TW" altLang="en-US" dirty="0"/>
              <a:t>網就是我們這次想要拿來做示範的網站。</a:t>
            </a:r>
          </a:p>
        </p:txBody>
      </p:sp>
      <p:pic>
        <p:nvPicPr>
          <p:cNvPr id="7" name="圖片 6" descr="一張含有 文字, 螢幕擷取畫面, 軟體, 多媒體軟體 的圖片">
            <a:extLst>
              <a:ext uri="{FF2B5EF4-FFF2-40B4-BE49-F238E27FC236}">
                <a16:creationId xmlns:a16="http://schemas.microsoft.com/office/drawing/2014/main" id="{BBA5601F-772C-80BF-96EA-3096391EB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210" y="2784120"/>
            <a:ext cx="8862559" cy="4073880"/>
          </a:xfrm>
          <a:prstGeom prst="rect">
            <a:avLst/>
          </a:prstGeom>
        </p:spPr>
      </p:pic>
      <p:sp>
        <p:nvSpPr>
          <p:cNvPr id="11" name="箭號: 向右 10">
            <a:extLst>
              <a:ext uri="{FF2B5EF4-FFF2-40B4-BE49-F238E27FC236}">
                <a16:creationId xmlns:a16="http://schemas.microsoft.com/office/drawing/2014/main" id="{03ABB326-15AD-08DD-02C8-F03E3FB4059A}"/>
              </a:ext>
            </a:extLst>
          </p:cNvPr>
          <p:cNvSpPr/>
          <p:nvPr/>
        </p:nvSpPr>
        <p:spPr>
          <a:xfrm rot="10800000">
            <a:off x="9731827" y="5529944"/>
            <a:ext cx="1110343" cy="4463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C90A00AD-3D4E-98A3-DCD4-3F563EED11C2}"/>
              </a:ext>
            </a:extLst>
          </p:cNvPr>
          <p:cNvSpPr txBox="1"/>
          <p:nvPr/>
        </p:nvSpPr>
        <p:spPr>
          <a:xfrm>
            <a:off x="9829801" y="5199103"/>
            <a:ext cx="1534886" cy="369332"/>
          </a:xfrm>
          <a:prstGeom prst="rect">
            <a:avLst/>
          </a:prstGeom>
          <a:noFill/>
        </p:spPr>
        <p:txBody>
          <a:bodyPr wrap="square" rtlCol="0">
            <a:spAutoFit/>
          </a:bodyPr>
          <a:lstStyle/>
          <a:p>
            <a:r>
              <a:rPr lang="en-US" altLang="zh-TW" dirty="0"/>
              <a:t>N</a:t>
            </a:r>
            <a:r>
              <a:rPr lang="zh-TW" altLang="en-US" dirty="0"/>
              <a:t>網示意圖</a:t>
            </a:r>
          </a:p>
        </p:txBody>
      </p:sp>
    </p:spTree>
    <p:extLst>
      <p:ext uri="{BB962C8B-B14F-4D97-AF65-F5344CB8AC3E}">
        <p14:creationId xmlns:p14="http://schemas.microsoft.com/office/powerpoint/2010/main" val="292268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359B1-C98C-279F-AD57-6532446B44BE}"/>
              </a:ext>
            </a:extLst>
          </p:cNvPr>
          <p:cNvSpPr>
            <a:spLocks noGrp="1"/>
          </p:cNvSpPr>
          <p:nvPr>
            <p:ph type="ctrTitle"/>
          </p:nvPr>
        </p:nvSpPr>
        <p:spPr>
          <a:xfrm>
            <a:off x="684212" y="685799"/>
            <a:ext cx="8001000" cy="849087"/>
          </a:xfrm>
        </p:spPr>
        <p:txBody>
          <a:bodyPr>
            <a:normAutofit fontScale="90000"/>
          </a:bodyPr>
          <a:lstStyle/>
          <a:p>
            <a:pPr algn="l"/>
            <a:r>
              <a:rPr lang="zh-TW" altLang="en-US" dirty="0"/>
              <a:t>目標</a:t>
            </a:r>
          </a:p>
        </p:txBody>
      </p:sp>
      <p:sp>
        <p:nvSpPr>
          <p:cNvPr id="3" name="副標題 2">
            <a:extLst>
              <a:ext uri="{FF2B5EF4-FFF2-40B4-BE49-F238E27FC236}">
                <a16:creationId xmlns:a16="http://schemas.microsoft.com/office/drawing/2014/main" id="{9FA27195-9C31-1E26-3C24-C90FD3E72405}"/>
              </a:ext>
            </a:extLst>
          </p:cNvPr>
          <p:cNvSpPr>
            <a:spLocks noGrp="1"/>
          </p:cNvSpPr>
          <p:nvPr>
            <p:ph type="subTitle" idx="1"/>
          </p:nvPr>
        </p:nvSpPr>
        <p:spPr>
          <a:xfrm>
            <a:off x="684212" y="1894115"/>
            <a:ext cx="9450388" cy="3897086"/>
          </a:xfrm>
        </p:spPr>
        <p:txBody>
          <a:bodyPr/>
          <a:lstStyle/>
          <a:p>
            <a:pPr algn="l"/>
            <a:r>
              <a:rPr lang="zh-TW" altLang="en-US" dirty="0"/>
              <a:t>本程式以知名紳士網站 </a:t>
            </a:r>
            <a:r>
              <a:rPr lang="en-US" altLang="zh-TW" dirty="0" err="1"/>
              <a:t>nhentai</a:t>
            </a:r>
            <a:r>
              <a:rPr lang="en-US" altLang="zh-TW" dirty="0"/>
              <a:t> </a:t>
            </a:r>
            <a:r>
              <a:rPr lang="zh-TW" altLang="en-US" dirty="0"/>
              <a:t>為爬蟲的對象，透過讓使用者在瀏覽網站時，只需輸入該作品的神之六位數或是該作品的網址即可完成一鍵下載之操作，讓使用者解放雙手，用於更重要的事情上。</a:t>
            </a:r>
          </a:p>
        </p:txBody>
      </p:sp>
    </p:spTree>
    <p:extLst>
      <p:ext uri="{BB962C8B-B14F-4D97-AF65-F5344CB8AC3E}">
        <p14:creationId xmlns:p14="http://schemas.microsoft.com/office/powerpoint/2010/main" val="1840092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DDA9E4-F2C6-83CF-7422-199D3B0CF36F}"/>
              </a:ext>
            </a:extLst>
          </p:cNvPr>
          <p:cNvSpPr>
            <a:spLocks noGrp="1"/>
          </p:cNvSpPr>
          <p:nvPr>
            <p:ph type="ctrTitle"/>
          </p:nvPr>
        </p:nvSpPr>
        <p:spPr>
          <a:xfrm>
            <a:off x="684212" y="685799"/>
            <a:ext cx="8001000" cy="979715"/>
          </a:xfrm>
        </p:spPr>
        <p:txBody>
          <a:bodyPr/>
          <a:lstStyle/>
          <a:p>
            <a:r>
              <a:rPr lang="en-US" altLang="zh-TW" dirty="0"/>
              <a:t>Domain Knowhow</a:t>
            </a:r>
            <a:endParaRPr lang="zh-TW" altLang="en-US" dirty="0"/>
          </a:p>
        </p:txBody>
      </p:sp>
      <p:sp>
        <p:nvSpPr>
          <p:cNvPr id="3" name="副標題 2">
            <a:extLst>
              <a:ext uri="{FF2B5EF4-FFF2-40B4-BE49-F238E27FC236}">
                <a16:creationId xmlns:a16="http://schemas.microsoft.com/office/drawing/2014/main" id="{9EA541F2-2961-7314-0200-8CC0E129B61F}"/>
              </a:ext>
            </a:extLst>
          </p:cNvPr>
          <p:cNvSpPr>
            <a:spLocks noGrp="1"/>
          </p:cNvSpPr>
          <p:nvPr>
            <p:ph type="subTitle" idx="1"/>
          </p:nvPr>
        </p:nvSpPr>
        <p:spPr>
          <a:xfrm>
            <a:off x="684211" y="2024743"/>
            <a:ext cx="9755189" cy="3766458"/>
          </a:xfrm>
        </p:spPr>
        <p:txBody>
          <a:bodyPr/>
          <a:lstStyle/>
          <a:p>
            <a:pPr algn="l"/>
            <a:r>
              <a:rPr lang="en-US" altLang="zh-TW" dirty="0"/>
              <a:t>1</a:t>
            </a:r>
            <a:r>
              <a:rPr lang="zh-TW" altLang="en-US" dirty="0"/>
              <a:t>因小組成員有空閒的時間不一樣所以聚一起討論的時間不多</a:t>
            </a:r>
            <a:endParaRPr lang="en-US" altLang="zh-TW" dirty="0"/>
          </a:p>
          <a:p>
            <a:pPr algn="l"/>
            <a:r>
              <a:rPr lang="en-US" altLang="zh-TW" dirty="0"/>
              <a:t>2</a:t>
            </a:r>
            <a:r>
              <a:rPr lang="zh-TW" altLang="en-US" dirty="0"/>
              <a:t>在編寫程式碼時選用何種方法會更有效率</a:t>
            </a:r>
            <a:endParaRPr lang="en-US" altLang="zh-TW" dirty="0"/>
          </a:p>
          <a:p>
            <a:pPr algn="l"/>
            <a:r>
              <a:rPr lang="en-US" altLang="zh-TW" dirty="0"/>
              <a:t>3</a:t>
            </a:r>
            <a:endParaRPr lang="zh-TW" altLang="en-US" dirty="0"/>
          </a:p>
        </p:txBody>
      </p:sp>
    </p:spTree>
    <p:extLst>
      <p:ext uri="{BB962C8B-B14F-4D97-AF65-F5344CB8AC3E}">
        <p14:creationId xmlns:p14="http://schemas.microsoft.com/office/powerpoint/2010/main" val="1910169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a:extLst>
              <a:ext uri="{FF2B5EF4-FFF2-40B4-BE49-F238E27FC236}">
                <a16:creationId xmlns:a16="http://schemas.microsoft.com/office/drawing/2014/main" id="{6C3AC2ED-76AE-43CA-A461-A276C99C7E4E}"/>
              </a:ext>
            </a:extLst>
          </p:cNvPr>
          <p:cNvSpPr txBox="1">
            <a:spLocks/>
          </p:cNvSpPr>
          <p:nvPr/>
        </p:nvSpPr>
        <p:spPr>
          <a:xfrm>
            <a:off x="2613357" y="2829511"/>
            <a:ext cx="6965285" cy="93617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TW" altLang="en-US" dirty="0"/>
              <a:t>操作示範</a:t>
            </a:r>
          </a:p>
        </p:txBody>
      </p:sp>
    </p:spTree>
    <p:extLst>
      <p:ext uri="{BB962C8B-B14F-4D97-AF65-F5344CB8AC3E}">
        <p14:creationId xmlns:p14="http://schemas.microsoft.com/office/powerpoint/2010/main" val="257884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75A4F8-698D-551B-456C-5CDB371A0113}"/>
              </a:ext>
            </a:extLst>
          </p:cNvPr>
          <p:cNvSpPr>
            <a:spLocks noGrp="1"/>
          </p:cNvSpPr>
          <p:nvPr>
            <p:ph type="ctrTitle"/>
          </p:nvPr>
        </p:nvSpPr>
        <p:spPr>
          <a:xfrm>
            <a:off x="-869285" y="493295"/>
            <a:ext cx="6965285" cy="936172"/>
          </a:xfrm>
        </p:spPr>
        <p:txBody>
          <a:bodyPr>
            <a:normAutofit/>
          </a:bodyPr>
          <a:lstStyle/>
          <a:p>
            <a:r>
              <a:rPr lang="en-US" altLang="zh-TW" dirty="0"/>
              <a:t>1.</a:t>
            </a:r>
            <a:r>
              <a:rPr lang="zh-TW" altLang="en-US" dirty="0"/>
              <a:t>執行程式</a:t>
            </a:r>
          </a:p>
        </p:txBody>
      </p:sp>
      <p:sp>
        <p:nvSpPr>
          <p:cNvPr id="3" name="副標題 2">
            <a:extLst>
              <a:ext uri="{FF2B5EF4-FFF2-40B4-BE49-F238E27FC236}">
                <a16:creationId xmlns:a16="http://schemas.microsoft.com/office/drawing/2014/main" id="{03E31638-65C7-4074-B72F-3E9A3435500B}"/>
              </a:ext>
            </a:extLst>
          </p:cNvPr>
          <p:cNvSpPr>
            <a:spLocks noGrp="1"/>
          </p:cNvSpPr>
          <p:nvPr>
            <p:ph type="subTitle" idx="1"/>
          </p:nvPr>
        </p:nvSpPr>
        <p:spPr>
          <a:xfrm>
            <a:off x="1026061" y="1621972"/>
            <a:ext cx="9914655" cy="881743"/>
          </a:xfrm>
        </p:spPr>
        <p:txBody>
          <a:bodyPr>
            <a:noAutofit/>
          </a:bodyPr>
          <a:lstStyle/>
          <a:p>
            <a:r>
              <a:rPr lang="zh-TW" altLang="en-US" sz="3200" dirty="0"/>
              <a:t>執行程式後會顯示 </a:t>
            </a:r>
            <a:r>
              <a:rPr lang="en-US" altLang="zh-TW" sz="3200" dirty="0"/>
              <a:t>GUI </a:t>
            </a:r>
            <a:r>
              <a:rPr lang="zh-TW" altLang="en-US" sz="3200" dirty="0"/>
              <a:t>介面，預設為單檔下載的介面</a:t>
            </a:r>
          </a:p>
        </p:txBody>
      </p:sp>
      <p:pic>
        <p:nvPicPr>
          <p:cNvPr id="7" name="圖片 6" descr="一張含有 文字, 螢幕擷取畫面, 陳列, 軟體 的圖片&#10;&#10;自動產生的描述">
            <a:extLst>
              <a:ext uri="{FF2B5EF4-FFF2-40B4-BE49-F238E27FC236}">
                <a16:creationId xmlns:a16="http://schemas.microsoft.com/office/drawing/2014/main" id="{22AD8980-4FB9-0323-C489-D78417C18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061" y="2503715"/>
            <a:ext cx="6058425" cy="4236928"/>
          </a:xfrm>
          <a:prstGeom prst="rect">
            <a:avLst/>
          </a:prstGeom>
        </p:spPr>
      </p:pic>
    </p:spTree>
    <p:extLst>
      <p:ext uri="{BB962C8B-B14F-4D97-AF65-F5344CB8AC3E}">
        <p14:creationId xmlns:p14="http://schemas.microsoft.com/office/powerpoint/2010/main" val="292514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791DFE-7A58-B4D8-9612-9A29C1CBDEC5}"/>
              </a:ext>
            </a:extLst>
          </p:cNvPr>
          <p:cNvSpPr>
            <a:spLocks noGrp="1"/>
          </p:cNvSpPr>
          <p:nvPr>
            <p:ph type="ctrTitle"/>
          </p:nvPr>
        </p:nvSpPr>
        <p:spPr>
          <a:xfrm>
            <a:off x="-1401262" y="594678"/>
            <a:ext cx="8001000" cy="925286"/>
          </a:xfrm>
        </p:spPr>
        <p:txBody>
          <a:bodyPr>
            <a:normAutofit/>
          </a:bodyPr>
          <a:lstStyle/>
          <a:p>
            <a:r>
              <a:rPr lang="en-US" altLang="zh-TW" dirty="0"/>
              <a:t>2.</a:t>
            </a:r>
            <a:r>
              <a:rPr lang="zh-TW" altLang="en-US" dirty="0"/>
              <a:t>單檔下載</a:t>
            </a:r>
          </a:p>
        </p:txBody>
      </p:sp>
      <p:sp>
        <p:nvSpPr>
          <p:cNvPr id="3" name="副標題 2">
            <a:extLst>
              <a:ext uri="{FF2B5EF4-FFF2-40B4-BE49-F238E27FC236}">
                <a16:creationId xmlns:a16="http://schemas.microsoft.com/office/drawing/2014/main" id="{CF336DC3-7ACB-031D-7921-00D4502BB3FE}"/>
              </a:ext>
            </a:extLst>
          </p:cNvPr>
          <p:cNvSpPr>
            <a:spLocks noGrp="1"/>
          </p:cNvSpPr>
          <p:nvPr>
            <p:ph type="subTitle" idx="1"/>
          </p:nvPr>
        </p:nvSpPr>
        <p:spPr>
          <a:xfrm>
            <a:off x="684211" y="1850572"/>
            <a:ext cx="10604275" cy="500742"/>
          </a:xfrm>
        </p:spPr>
        <p:txBody>
          <a:bodyPr>
            <a:normAutofit/>
          </a:bodyPr>
          <a:lstStyle/>
          <a:p>
            <a:r>
              <a:rPr lang="zh-TW" altLang="en-US" dirty="0"/>
              <a:t>在單檔下載的介面中，輸入神的六位數或是網址以及欲下載的頁面範圍；若無輸入頁面範圍的數值，則預設為第一頁到最後一頁。</a:t>
            </a:r>
            <a:endParaRPr lang="en-US" altLang="zh-TW" dirty="0"/>
          </a:p>
        </p:txBody>
      </p:sp>
      <p:pic>
        <p:nvPicPr>
          <p:cNvPr id="4" name="Picture 2" descr="image">
            <a:extLst>
              <a:ext uri="{FF2B5EF4-FFF2-40B4-BE49-F238E27FC236}">
                <a16:creationId xmlns:a16="http://schemas.microsoft.com/office/drawing/2014/main" id="{66CC603D-7B15-4770-B894-77840603D6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1361" y="2681922"/>
            <a:ext cx="7357851" cy="417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909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0791DFE-7A58-B4D8-9612-9A29C1CBDEC5}"/>
              </a:ext>
            </a:extLst>
          </p:cNvPr>
          <p:cNvSpPr>
            <a:spLocks noGrp="1"/>
          </p:cNvSpPr>
          <p:nvPr>
            <p:ph type="ctrTitle"/>
          </p:nvPr>
        </p:nvSpPr>
        <p:spPr>
          <a:xfrm>
            <a:off x="-663325" y="594678"/>
            <a:ext cx="8001000" cy="925286"/>
          </a:xfrm>
        </p:spPr>
        <p:txBody>
          <a:bodyPr>
            <a:normAutofit/>
          </a:bodyPr>
          <a:lstStyle/>
          <a:p>
            <a:r>
              <a:rPr lang="en-US" altLang="zh-TW" dirty="0"/>
              <a:t>3.</a:t>
            </a:r>
            <a:r>
              <a:rPr lang="zh-TW" altLang="en-US" dirty="0"/>
              <a:t>選擇存放位置</a:t>
            </a:r>
          </a:p>
        </p:txBody>
      </p:sp>
      <p:sp>
        <p:nvSpPr>
          <p:cNvPr id="3" name="副標題 2">
            <a:extLst>
              <a:ext uri="{FF2B5EF4-FFF2-40B4-BE49-F238E27FC236}">
                <a16:creationId xmlns:a16="http://schemas.microsoft.com/office/drawing/2014/main" id="{CF336DC3-7ACB-031D-7921-00D4502BB3FE}"/>
              </a:ext>
            </a:extLst>
          </p:cNvPr>
          <p:cNvSpPr>
            <a:spLocks noGrp="1"/>
          </p:cNvSpPr>
          <p:nvPr>
            <p:ph type="subTitle" idx="1"/>
          </p:nvPr>
        </p:nvSpPr>
        <p:spPr>
          <a:xfrm>
            <a:off x="684211" y="1850572"/>
            <a:ext cx="10604275" cy="500742"/>
          </a:xfrm>
        </p:spPr>
        <p:txBody>
          <a:bodyPr>
            <a:normAutofit/>
          </a:bodyPr>
          <a:lstStyle/>
          <a:p>
            <a:r>
              <a:rPr lang="zh-TW" altLang="en-US" dirty="0"/>
              <a:t>按下</a:t>
            </a:r>
            <a:r>
              <a:rPr lang="en-US" altLang="zh-TW" dirty="0"/>
              <a:t>"</a:t>
            </a:r>
            <a:r>
              <a:rPr lang="zh-TW" altLang="en-US" dirty="0"/>
              <a:t>抓取</a:t>
            </a:r>
            <a:r>
              <a:rPr lang="en-US" altLang="zh-TW" dirty="0"/>
              <a:t>"</a:t>
            </a:r>
            <a:r>
              <a:rPr lang="zh-TW" altLang="en-US" dirty="0"/>
              <a:t>按鈕後，讓使用者選擇下載檔案欲存放的位置</a:t>
            </a:r>
            <a:endParaRPr lang="en-US" altLang="zh-TW" dirty="0"/>
          </a:p>
        </p:txBody>
      </p:sp>
      <p:pic>
        <p:nvPicPr>
          <p:cNvPr id="2050" name="Picture 2" descr="image">
            <a:extLst>
              <a:ext uri="{FF2B5EF4-FFF2-40B4-BE49-F238E27FC236}">
                <a16:creationId xmlns:a16="http://schemas.microsoft.com/office/drawing/2014/main" id="{D2757E1F-B684-432E-80EE-B769409015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2646" y="2717091"/>
            <a:ext cx="9358717" cy="4022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813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102308-DC8D-CF6A-401C-04219B912E08}"/>
              </a:ext>
            </a:extLst>
          </p:cNvPr>
          <p:cNvSpPr>
            <a:spLocks noGrp="1"/>
          </p:cNvSpPr>
          <p:nvPr>
            <p:ph type="ctrTitle"/>
          </p:nvPr>
        </p:nvSpPr>
        <p:spPr>
          <a:xfrm>
            <a:off x="138780" y="435428"/>
            <a:ext cx="8299367" cy="631372"/>
          </a:xfrm>
        </p:spPr>
        <p:txBody>
          <a:bodyPr>
            <a:noAutofit/>
          </a:bodyPr>
          <a:lstStyle/>
          <a:p>
            <a:r>
              <a:rPr lang="en-US" altLang="zh-TW" sz="3200" dirty="0"/>
              <a:t>3-1.</a:t>
            </a:r>
            <a:r>
              <a:rPr lang="zh-TW" altLang="en-US" sz="3200" dirty="0"/>
              <a:t>若在未選擇下載位置則會出現以下錯誤</a:t>
            </a:r>
          </a:p>
        </p:txBody>
      </p:sp>
      <p:sp>
        <p:nvSpPr>
          <p:cNvPr id="3" name="副標題 2">
            <a:extLst>
              <a:ext uri="{FF2B5EF4-FFF2-40B4-BE49-F238E27FC236}">
                <a16:creationId xmlns:a16="http://schemas.microsoft.com/office/drawing/2014/main" id="{1F685A32-96AF-45D0-9AB7-FAF0432C9D04}"/>
              </a:ext>
            </a:extLst>
          </p:cNvPr>
          <p:cNvSpPr>
            <a:spLocks noGrp="1"/>
          </p:cNvSpPr>
          <p:nvPr>
            <p:ph type="subTitle" idx="1"/>
          </p:nvPr>
        </p:nvSpPr>
        <p:spPr>
          <a:xfrm>
            <a:off x="1552308" y="1269331"/>
            <a:ext cx="5700547" cy="979141"/>
          </a:xfrm>
        </p:spPr>
        <p:txBody>
          <a:bodyPr/>
          <a:lstStyle/>
          <a:p>
            <a:endParaRPr lang="en-US" altLang="zh-TW" dirty="0"/>
          </a:p>
          <a:p>
            <a:r>
              <a:rPr lang="zh-TW" altLang="en-US" dirty="0"/>
              <a:t>若在未選擇下載位置則會出現以下錯誤</a:t>
            </a:r>
          </a:p>
        </p:txBody>
      </p:sp>
      <p:pic>
        <p:nvPicPr>
          <p:cNvPr id="7" name="圖片 6" descr="一張含有 文字, 螢幕擷取畫面, 字型, 標誌 的圖片&#10;&#10;自動產生的描述">
            <a:extLst>
              <a:ext uri="{FF2B5EF4-FFF2-40B4-BE49-F238E27FC236}">
                <a16:creationId xmlns:a16="http://schemas.microsoft.com/office/drawing/2014/main" id="{709DA197-9238-7363-B0BA-A9C9B777F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0966" y="2887579"/>
            <a:ext cx="4821889" cy="2983545"/>
          </a:xfrm>
          <a:prstGeom prst="rect">
            <a:avLst/>
          </a:prstGeom>
        </p:spPr>
      </p:pic>
    </p:spTree>
    <p:extLst>
      <p:ext uri="{BB962C8B-B14F-4D97-AF65-F5344CB8AC3E}">
        <p14:creationId xmlns:p14="http://schemas.microsoft.com/office/powerpoint/2010/main" val="1107580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102308-DC8D-CF6A-401C-04219B912E08}"/>
              </a:ext>
            </a:extLst>
          </p:cNvPr>
          <p:cNvSpPr>
            <a:spLocks noGrp="1"/>
          </p:cNvSpPr>
          <p:nvPr>
            <p:ph type="ctrTitle"/>
          </p:nvPr>
        </p:nvSpPr>
        <p:spPr>
          <a:xfrm>
            <a:off x="-2203367" y="435428"/>
            <a:ext cx="8299367" cy="631372"/>
          </a:xfrm>
        </p:spPr>
        <p:txBody>
          <a:bodyPr>
            <a:noAutofit/>
          </a:bodyPr>
          <a:lstStyle/>
          <a:p>
            <a:r>
              <a:rPr lang="en-US" altLang="zh-TW" sz="3200" dirty="0"/>
              <a:t>4.</a:t>
            </a:r>
            <a:r>
              <a:rPr lang="zh-TW" altLang="en-US" sz="3200" dirty="0"/>
              <a:t>下載結果</a:t>
            </a:r>
          </a:p>
        </p:txBody>
      </p:sp>
      <p:sp>
        <p:nvSpPr>
          <p:cNvPr id="3" name="副標題 2">
            <a:extLst>
              <a:ext uri="{FF2B5EF4-FFF2-40B4-BE49-F238E27FC236}">
                <a16:creationId xmlns:a16="http://schemas.microsoft.com/office/drawing/2014/main" id="{1F685A32-96AF-45D0-9AB7-FAF0432C9D04}"/>
              </a:ext>
            </a:extLst>
          </p:cNvPr>
          <p:cNvSpPr>
            <a:spLocks noGrp="1"/>
          </p:cNvSpPr>
          <p:nvPr>
            <p:ph type="subTitle" idx="1"/>
          </p:nvPr>
        </p:nvSpPr>
        <p:spPr>
          <a:xfrm>
            <a:off x="553283" y="1606216"/>
            <a:ext cx="5700547" cy="979141"/>
          </a:xfrm>
        </p:spPr>
        <p:txBody>
          <a:bodyPr/>
          <a:lstStyle/>
          <a:p>
            <a:r>
              <a:rPr lang="zh-TW" altLang="en-US" dirty="0"/>
              <a:t>若下載成功則會出現以下提示：</a:t>
            </a:r>
            <a:endParaRPr lang="en-US" altLang="zh-TW" dirty="0"/>
          </a:p>
        </p:txBody>
      </p:sp>
      <p:pic>
        <p:nvPicPr>
          <p:cNvPr id="3074" name="Picture 2" descr="image">
            <a:extLst>
              <a:ext uri="{FF2B5EF4-FFF2-40B4-BE49-F238E27FC236}">
                <a16:creationId xmlns:a16="http://schemas.microsoft.com/office/drawing/2014/main" id="{9ADFD667-E090-4849-921F-3E6823CB7E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863" y="3124773"/>
            <a:ext cx="2514600" cy="23526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9AC57D2-1C49-41FE-BC4A-0D90F5D81F33}"/>
              </a:ext>
            </a:extLst>
          </p:cNvPr>
          <p:cNvPicPr>
            <a:picLocks noChangeAspect="1"/>
          </p:cNvPicPr>
          <p:nvPr/>
        </p:nvPicPr>
        <p:blipFill>
          <a:blip r:embed="rId3"/>
          <a:stretch>
            <a:fillRect/>
          </a:stretch>
        </p:blipFill>
        <p:spPr>
          <a:xfrm>
            <a:off x="5978867" y="3590120"/>
            <a:ext cx="4439270" cy="1667108"/>
          </a:xfrm>
          <a:prstGeom prst="rect">
            <a:avLst/>
          </a:prstGeom>
        </p:spPr>
      </p:pic>
      <p:sp>
        <p:nvSpPr>
          <p:cNvPr id="11" name="TextBox 10">
            <a:extLst>
              <a:ext uri="{FF2B5EF4-FFF2-40B4-BE49-F238E27FC236}">
                <a16:creationId xmlns:a16="http://schemas.microsoft.com/office/drawing/2014/main" id="{DA0B8CE2-A2EA-49CE-98D6-716368800604}"/>
              </a:ext>
            </a:extLst>
          </p:cNvPr>
          <p:cNvSpPr txBox="1"/>
          <p:nvPr/>
        </p:nvSpPr>
        <p:spPr>
          <a:xfrm>
            <a:off x="6253830" y="1606216"/>
            <a:ext cx="7197968" cy="461665"/>
          </a:xfrm>
          <a:prstGeom prst="rect">
            <a:avLst/>
          </a:prstGeom>
          <a:noFill/>
        </p:spPr>
        <p:txBody>
          <a:bodyPr wrap="square">
            <a:spAutoFit/>
          </a:bodyPr>
          <a:lstStyle/>
          <a:p>
            <a:r>
              <a:rPr lang="zh-TW" altLang="en-US" sz="2400" dirty="0"/>
              <a:t>若下載失敗則會出現以下提示：</a:t>
            </a:r>
            <a:endParaRPr lang="en-US" altLang="zh-TW" sz="2400" dirty="0"/>
          </a:p>
        </p:txBody>
      </p:sp>
    </p:spTree>
    <p:extLst>
      <p:ext uri="{BB962C8B-B14F-4D97-AF65-F5344CB8AC3E}">
        <p14:creationId xmlns:p14="http://schemas.microsoft.com/office/powerpoint/2010/main" val="3816112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72129-53F6-65D2-8BEE-297AC6FF7A4E}"/>
              </a:ext>
            </a:extLst>
          </p:cNvPr>
          <p:cNvSpPr>
            <a:spLocks noGrp="1"/>
          </p:cNvSpPr>
          <p:nvPr>
            <p:ph type="ctrTitle"/>
          </p:nvPr>
        </p:nvSpPr>
        <p:spPr>
          <a:xfrm>
            <a:off x="-1754188" y="509979"/>
            <a:ext cx="8001000" cy="674915"/>
          </a:xfrm>
        </p:spPr>
        <p:txBody>
          <a:bodyPr>
            <a:normAutofit fontScale="90000"/>
          </a:bodyPr>
          <a:lstStyle/>
          <a:p>
            <a:r>
              <a:rPr lang="en-US" altLang="zh-TW" dirty="0"/>
              <a:t>5.</a:t>
            </a:r>
            <a:r>
              <a:rPr lang="zh-TW" altLang="en-US" dirty="0"/>
              <a:t>下載結果</a:t>
            </a:r>
          </a:p>
        </p:txBody>
      </p:sp>
      <p:sp>
        <p:nvSpPr>
          <p:cNvPr id="3" name="副標題 2">
            <a:extLst>
              <a:ext uri="{FF2B5EF4-FFF2-40B4-BE49-F238E27FC236}">
                <a16:creationId xmlns:a16="http://schemas.microsoft.com/office/drawing/2014/main" id="{0565960D-3980-7A7A-EF97-D84D5E6B5769}"/>
              </a:ext>
            </a:extLst>
          </p:cNvPr>
          <p:cNvSpPr>
            <a:spLocks noGrp="1"/>
          </p:cNvSpPr>
          <p:nvPr>
            <p:ph type="subTitle" idx="1"/>
          </p:nvPr>
        </p:nvSpPr>
        <p:spPr>
          <a:xfrm>
            <a:off x="684211" y="1654629"/>
            <a:ext cx="10789331" cy="4136571"/>
          </a:xfrm>
        </p:spPr>
        <p:txBody>
          <a:bodyPr/>
          <a:lstStyle/>
          <a:p>
            <a:r>
              <a:rPr lang="zh-TW" altLang="en-US" dirty="0"/>
              <a:t>在資料夾裡會有一個以作品名稱為資料夾名稱的檔案點進去後是以下畫面，</a:t>
            </a:r>
            <a:endParaRPr lang="en-US" altLang="zh-TW" dirty="0"/>
          </a:p>
          <a:p>
            <a:pPr algn="l"/>
            <a:r>
              <a:rPr lang="zh-TW" altLang="en-US" dirty="0"/>
              <a:t>第一頁就是封面而後續的第二 三 四 五</a:t>
            </a:r>
            <a:r>
              <a:rPr lang="en-US" altLang="zh-TW" dirty="0"/>
              <a:t>……</a:t>
            </a:r>
            <a:r>
              <a:rPr lang="zh-TW" altLang="en-US" dirty="0"/>
              <a:t>頁就是內容。</a:t>
            </a:r>
          </a:p>
        </p:txBody>
      </p:sp>
      <p:pic>
        <p:nvPicPr>
          <p:cNvPr id="8" name="圖片 7" descr="一張含有 白色, 螢幕擷取畫面, 寫生 的圖片&#10;&#10;自動產生的描述">
            <a:extLst>
              <a:ext uri="{FF2B5EF4-FFF2-40B4-BE49-F238E27FC236}">
                <a16:creationId xmlns:a16="http://schemas.microsoft.com/office/drawing/2014/main" id="{06CB7456-DA42-1019-39DA-7EB75239F6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885" y="4593955"/>
            <a:ext cx="8253175" cy="1475610"/>
          </a:xfrm>
          <a:prstGeom prst="rect">
            <a:avLst/>
          </a:prstGeom>
        </p:spPr>
      </p:pic>
      <p:pic>
        <p:nvPicPr>
          <p:cNvPr id="4098" name="Picture 2" descr="image">
            <a:extLst>
              <a:ext uri="{FF2B5EF4-FFF2-40B4-BE49-F238E27FC236}">
                <a16:creationId xmlns:a16="http://schemas.microsoft.com/office/drawing/2014/main" id="{FE2BD689-8D4B-444A-8ACB-682E2BACF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202" y="3258460"/>
            <a:ext cx="5908674" cy="3480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17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B336F1-3B30-2564-A6C2-F39158C8FEBF}"/>
              </a:ext>
            </a:extLst>
          </p:cNvPr>
          <p:cNvSpPr>
            <a:spLocks noGrp="1"/>
          </p:cNvSpPr>
          <p:nvPr>
            <p:ph type="ctrTitle"/>
          </p:nvPr>
        </p:nvSpPr>
        <p:spPr>
          <a:xfrm>
            <a:off x="-595948" y="317040"/>
            <a:ext cx="8001000" cy="729344"/>
          </a:xfrm>
        </p:spPr>
        <p:txBody>
          <a:bodyPr>
            <a:normAutofit fontScale="90000"/>
          </a:bodyPr>
          <a:lstStyle/>
          <a:p>
            <a:r>
              <a:rPr lang="en-US" altLang="zh-TW" dirty="0"/>
              <a:t>6.</a:t>
            </a:r>
            <a:r>
              <a:rPr lang="zh-TW" altLang="en-US" dirty="0"/>
              <a:t>批量下載範例</a:t>
            </a:r>
          </a:p>
        </p:txBody>
      </p:sp>
      <p:sp>
        <p:nvSpPr>
          <p:cNvPr id="3" name="副標題 2">
            <a:extLst>
              <a:ext uri="{FF2B5EF4-FFF2-40B4-BE49-F238E27FC236}">
                <a16:creationId xmlns:a16="http://schemas.microsoft.com/office/drawing/2014/main" id="{535DC9FE-0CE2-7881-263D-0BB244F73CD7}"/>
              </a:ext>
            </a:extLst>
          </p:cNvPr>
          <p:cNvSpPr>
            <a:spLocks noGrp="1"/>
          </p:cNvSpPr>
          <p:nvPr>
            <p:ph type="subTitle" idx="1"/>
          </p:nvPr>
        </p:nvSpPr>
        <p:spPr>
          <a:xfrm>
            <a:off x="0" y="1388607"/>
            <a:ext cx="11954103" cy="870857"/>
          </a:xfrm>
        </p:spPr>
        <p:txBody>
          <a:bodyPr/>
          <a:lstStyle/>
          <a:p>
            <a:r>
              <a:rPr lang="zh-TW" altLang="en-US" dirty="0"/>
              <a:t>若想要批量下載就輸入多個神的密碼存放的資料夾會由上往下照順序存放內容則如下圖</a:t>
            </a:r>
          </a:p>
        </p:txBody>
      </p:sp>
      <p:pic>
        <p:nvPicPr>
          <p:cNvPr id="6" name="圖片 5" descr="一張含有 文字, 螢幕擷取畫面, 陳列, 軟體 的圖片&#10;&#10;自動產生的描述">
            <a:extLst>
              <a:ext uri="{FF2B5EF4-FFF2-40B4-BE49-F238E27FC236}">
                <a16:creationId xmlns:a16="http://schemas.microsoft.com/office/drawing/2014/main" id="{FE249B09-3632-2B57-2581-1BCEB5BB5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48" y="1935291"/>
            <a:ext cx="5314668" cy="4240997"/>
          </a:xfrm>
          <a:prstGeom prst="rect">
            <a:avLst/>
          </a:prstGeom>
        </p:spPr>
      </p:pic>
      <p:pic>
        <p:nvPicPr>
          <p:cNvPr id="8" name="圖片 7">
            <a:extLst>
              <a:ext uri="{FF2B5EF4-FFF2-40B4-BE49-F238E27FC236}">
                <a16:creationId xmlns:a16="http://schemas.microsoft.com/office/drawing/2014/main" id="{661EF1EE-7BCE-C09B-FE0C-7BE7BCF7DA8A}"/>
              </a:ext>
            </a:extLst>
          </p:cNvPr>
          <p:cNvPicPr>
            <a:picLocks noChangeAspect="1"/>
          </p:cNvPicPr>
          <p:nvPr/>
        </p:nvPicPr>
        <p:blipFill>
          <a:blip r:embed="rId3"/>
          <a:stretch>
            <a:fillRect/>
          </a:stretch>
        </p:blipFill>
        <p:spPr>
          <a:xfrm>
            <a:off x="5823857" y="2601687"/>
            <a:ext cx="5029200" cy="2964944"/>
          </a:xfrm>
          <a:prstGeom prst="rect">
            <a:avLst/>
          </a:prstGeom>
        </p:spPr>
      </p:pic>
    </p:spTree>
    <p:extLst>
      <p:ext uri="{BB962C8B-B14F-4D97-AF65-F5344CB8AC3E}">
        <p14:creationId xmlns:p14="http://schemas.microsoft.com/office/powerpoint/2010/main" val="2420862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2585CE-9444-4D49-91C5-CD730298FAF6}"/>
              </a:ext>
            </a:extLst>
          </p:cNvPr>
          <p:cNvSpPr>
            <a:spLocks noGrp="1"/>
          </p:cNvSpPr>
          <p:nvPr>
            <p:ph type="ctrTitle"/>
          </p:nvPr>
        </p:nvSpPr>
        <p:spPr>
          <a:xfrm>
            <a:off x="-1053148" y="708500"/>
            <a:ext cx="8001000" cy="598715"/>
          </a:xfrm>
        </p:spPr>
        <p:txBody>
          <a:bodyPr>
            <a:normAutofit fontScale="90000"/>
          </a:bodyPr>
          <a:lstStyle/>
          <a:p>
            <a:r>
              <a:rPr lang="en-US" altLang="zh-TW" dirty="0"/>
              <a:t>7.</a:t>
            </a:r>
            <a:r>
              <a:rPr lang="zh-TW" altLang="en-US" dirty="0"/>
              <a:t>查看下載紀錄</a:t>
            </a:r>
          </a:p>
        </p:txBody>
      </p:sp>
      <p:sp>
        <p:nvSpPr>
          <p:cNvPr id="6" name="Subtitle 5">
            <a:extLst>
              <a:ext uri="{FF2B5EF4-FFF2-40B4-BE49-F238E27FC236}">
                <a16:creationId xmlns:a16="http://schemas.microsoft.com/office/drawing/2014/main" id="{1A2C812F-DF9D-4E75-BD8C-CFDD97249E81}"/>
              </a:ext>
            </a:extLst>
          </p:cNvPr>
          <p:cNvSpPr>
            <a:spLocks noGrp="1"/>
          </p:cNvSpPr>
          <p:nvPr>
            <p:ph type="subTitle" idx="1"/>
          </p:nvPr>
        </p:nvSpPr>
        <p:spPr/>
        <p:txBody>
          <a:bodyPr/>
          <a:lstStyle/>
          <a:p>
            <a:endParaRPr lang="zh-TW" altLang="en-US"/>
          </a:p>
        </p:txBody>
      </p:sp>
      <p:pic>
        <p:nvPicPr>
          <p:cNvPr id="5122" name="Picture 2" descr="image">
            <a:extLst>
              <a:ext uri="{FF2B5EF4-FFF2-40B4-BE49-F238E27FC236}">
                <a16:creationId xmlns:a16="http://schemas.microsoft.com/office/drawing/2014/main" id="{E641E3D6-2F80-403E-92EF-876DE56FB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749" y="2003988"/>
            <a:ext cx="10684502" cy="4414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574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BE31CF-4D8F-6455-EEF1-97395E0B073F}"/>
              </a:ext>
            </a:extLst>
          </p:cNvPr>
          <p:cNvSpPr>
            <a:spLocks noGrp="1"/>
          </p:cNvSpPr>
          <p:nvPr>
            <p:ph type="ctrTitle"/>
          </p:nvPr>
        </p:nvSpPr>
        <p:spPr>
          <a:xfrm>
            <a:off x="1524000" y="870857"/>
            <a:ext cx="9144000" cy="881743"/>
          </a:xfrm>
        </p:spPr>
        <p:txBody>
          <a:bodyPr>
            <a:normAutofit fontScale="90000"/>
          </a:bodyPr>
          <a:lstStyle/>
          <a:p>
            <a:pPr algn="l"/>
            <a:r>
              <a:rPr lang="zh-TW" altLang="en-US" dirty="0"/>
              <a:t>流程圖</a:t>
            </a:r>
          </a:p>
        </p:txBody>
      </p:sp>
      <p:sp>
        <p:nvSpPr>
          <p:cNvPr id="3" name="副標題 2">
            <a:extLst>
              <a:ext uri="{FF2B5EF4-FFF2-40B4-BE49-F238E27FC236}">
                <a16:creationId xmlns:a16="http://schemas.microsoft.com/office/drawing/2014/main" id="{E8D1354A-5EB3-EEBC-66F5-D4CC71164006}"/>
              </a:ext>
            </a:extLst>
          </p:cNvPr>
          <p:cNvSpPr>
            <a:spLocks noGrp="1"/>
          </p:cNvSpPr>
          <p:nvPr>
            <p:ph type="subTitle" idx="1"/>
          </p:nvPr>
        </p:nvSpPr>
        <p:spPr>
          <a:xfrm>
            <a:off x="1524000" y="1752600"/>
            <a:ext cx="9144000" cy="5105400"/>
          </a:xfrm>
        </p:spPr>
        <p:txBody>
          <a:bodyPr/>
          <a:lstStyle/>
          <a:p>
            <a:endParaRPr lang="zh-TW" altLang="en-US" dirty="0"/>
          </a:p>
        </p:txBody>
      </p:sp>
      <p:pic>
        <p:nvPicPr>
          <p:cNvPr id="2050" name="Picture 2" descr="image">
            <a:extLst>
              <a:ext uri="{FF2B5EF4-FFF2-40B4-BE49-F238E27FC236}">
                <a16:creationId xmlns:a16="http://schemas.microsoft.com/office/drawing/2014/main" id="{DA59F05B-E0BA-8813-D848-B4ED04AB8B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3178" y="0"/>
            <a:ext cx="53213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74109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975</TotalTime>
  <Words>540</Words>
  <Application>Microsoft Office PowerPoint</Application>
  <PresentationFormat>Widescreen</PresentationFormat>
  <Paragraphs>33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佈景主題</vt:lpstr>
      <vt:lpstr>N網爬蟲系統</vt:lpstr>
      <vt:lpstr>動機</vt:lpstr>
      <vt:lpstr>目標</vt:lpstr>
      <vt:lpstr>Domain Knowhow</vt:lpstr>
      <vt:lpstr>PowerPoint Presentation</vt:lpstr>
      <vt:lpstr>1.執行程式</vt:lpstr>
      <vt:lpstr>2.單檔下載</vt:lpstr>
      <vt:lpstr>3.選擇存放位置</vt:lpstr>
      <vt:lpstr>3-1.若在未選擇下載位置則會出現以下錯誤</vt:lpstr>
      <vt:lpstr>4.下載結果</vt:lpstr>
      <vt:lpstr>5.下載結果</vt:lpstr>
      <vt:lpstr>6.批量下載範例</vt:lpstr>
      <vt:lpstr>7.查看下載紀錄</vt:lpstr>
      <vt:lpstr>流程圖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N網爬蟲系統</dc:title>
  <dc:creator>柏佑 林</dc:creator>
  <cp:lastModifiedBy>育成 張</cp:lastModifiedBy>
  <cp:revision>7</cp:revision>
  <dcterms:created xsi:type="dcterms:W3CDTF">2025-01-05T11:23:32Z</dcterms:created>
  <dcterms:modified xsi:type="dcterms:W3CDTF">2025-01-06T09:46:12Z</dcterms:modified>
</cp:coreProperties>
</file>